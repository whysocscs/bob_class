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6.xml" ContentType="application/vnd.openxmlformats-officedocument.theme+xml"/>
  <Override PartName="/ppt/slideLayouts/slideLayout15.xml" ContentType="application/vnd.openxmlformats-officedocument.presentationml.slideLayout+xml"/>
  <Override PartName="/ppt/theme/theme7.xml" ContentType="application/vnd.openxmlformats-officedocument.theme+xml"/>
  <Override PartName="/ppt/slideLayouts/slideLayout16.xml" ContentType="application/vnd.openxmlformats-officedocument.presentationml.slideLayout+xml"/>
  <Override PartName="/ppt/theme/theme8.xml" ContentType="application/vnd.openxmlformats-officedocument.theme+xml"/>
  <Override PartName="/ppt/slideLayouts/slideLayout17.xml" ContentType="application/vnd.openxmlformats-officedocument.presentationml.slideLayout+xml"/>
  <Override PartName="/ppt/theme/theme9.xml" ContentType="application/vnd.openxmlformats-officedocument.theme+xml"/>
  <Override PartName="/ppt/slideLayouts/slideLayout18.xml" ContentType="application/vnd.openxmlformats-officedocument.presentationml.slideLayout+xml"/>
  <Override PartName="/ppt/theme/theme10.xml" ContentType="application/vnd.openxmlformats-officedocument.theme+xml"/>
  <Override PartName="/ppt/slideLayouts/slideLayout19.xml" ContentType="application/vnd.openxmlformats-officedocument.presentationml.slideLayout+xml"/>
  <Override PartName="/ppt/theme/theme11.xml" ContentType="application/vnd.openxmlformats-officedocument.theme+xml"/>
  <Override PartName="/ppt/slideLayouts/slideLayout20.xml" ContentType="application/vnd.openxmlformats-officedocument.presentationml.slideLayout+xml"/>
  <Override PartName="/ppt/theme/theme1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8" r:id="rId7"/>
    <p:sldMasterId id="2147483670" r:id="rId8"/>
    <p:sldMasterId id="2147483672" r:id="rId9"/>
    <p:sldMasterId id="2147483674" r:id="rId10"/>
    <p:sldMasterId id="2147483676" r:id="rId11"/>
    <p:sldMasterId id="2147483678" r:id="rId12"/>
  </p:sldMasterIdLst>
  <p:sldIdLst>
    <p:sldId id="256" r:id="rId13"/>
  </p:sldIdLst>
  <p:sldSz cx="10080625" cy="5670550"/>
  <p:notesSz cx="7772400" cy="100584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86" userDrawn="1">
          <p15:clr>
            <a:srgbClr val="A4A3A4"/>
          </p15:clr>
        </p15:guide>
        <p15:guide id="2" pos="31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598" autoAdjust="0"/>
    <p:restoredTop sz="94660"/>
  </p:normalViewPr>
  <p:slideViewPr>
    <p:cSldViewPr snapToGrid="0" showGuides="1">
      <p:cViewPr varScale="1">
        <p:scale>
          <a:sx n="92" d="100"/>
          <a:sy n="92" d="100"/>
        </p:scale>
        <p:origin x="182" y="77"/>
      </p:cViewPr>
      <p:guideLst>
        <p:guide orient="horz" pos="1786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상호 이" userId="d7aaf885f963faa7" providerId="LiveId" clId="{A3100130-39A3-4774-9150-F8D4F05E3F90}"/>
    <pc:docChg chg="modSld">
      <pc:chgData name="상호 이" userId="d7aaf885f963faa7" providerId="LiveId" clId="{A3100130-39A3-4774-9150-F8D4F05E3F90}" dt="2025-08-01T20:48:57.401" v="8" actId="20577"/>
      <pc:docMkLst>
        <pc:docMk/>
      </pc:docMkLst>
      <pc:sldChg chg="modSp mod">
        <pc:chgData name="상호 이" userId="d7aaf885f963faa7" providerId="LiveId" clId="{A3100130-39A3-4774-9150-F8D4F05E3F90}" dt="2025-08-01T20:48:57.401" v="8" actId="20577"/>
        <pc:sldMkLst>
          <pc:docMk/>
          <pc:sldMk cId="0" sldId="256"/>
        </pc:sldMkLst>
        <pc:graphicFrameChg chg="modGraphic">
          <ac:chgData name="상호 이" userId="d7aaf885f963faa7" providerId="LiveId" clId="{A3100130-39A3-4774-9150-F8D4F05E3F90}" dt="2025-08-01T20:48:57.401" v="8" actId="20577"/>
          <ac:graphicFrameMkLst>
            <pc:docMk/>
            <pc:sldMk cId="0" sldId="256"/>
            <ac:graphicFrameMk id="88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theme" Target="../theme/theme6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5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6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7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8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9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9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0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Table 1"/>
          <p:cNvGraphicFramePr/>
          <p:nvPr>
            <p:extLst>
              <p:ext uri="{D42A27DB-BD31-4B8C-83A1-F6EECF244321}">
                <p14:modId xmlns:p14="http://schemas.microsoft.com/office/powerpoint/2010/main" val="4051742135"/>
              </p:ext>
            </p:extLst>
          </p:nvPr>
        </p:nvGraphicFramePr>
        <p:xfrm>
          <a:off x="5333760" y="1786680"/>
          <a:ext cx="4542120" cy="1463040"/>
        </p:xfrm>
        <a:graphic>
          <a:graphicData uri="http://schemas.openxmlformats.org/drawingml/2006/table">
            <a:tbl>
              <a:tblPr/>
              <a:tblGrid>
                <a:gridCol w="101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0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992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ETH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dmac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dip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request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Bf:ae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32:6d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243.248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8.8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reply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32:6d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Bd:ae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8.8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243.248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8" name="Table 2"/>
          <p:cNvGraphicFramePr/>
          <p:nvPr>
            <p:extLst>
              <p:ext uri="{D42A27DB-BD31-4B8C-83A1-F6EECF244321}">
                <p14:modId xmlns:p14="http://schemas.microsoft.com/office/powerpoint/2010/main" val="2801391280"/>
              </p:ext>
            </p:extLst>
          </p:nvPr>
        </p:nvGraphicFramePr>
        <p:xfrm>
          <a:off x="3750120" y="4147200"/>
          <a:ext cx="6148555" cy="1463040"/>
        </p:xfrm>
        <a:graphic>
          <a:graphicData uri="http://schemas.openxmlformats.org/drawingml/2006/table">
            <a:tbl>
              <a:tblPr/>
              <a:tblGrid>
                <a:gridCol w="101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2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0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8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456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ETH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ARP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 dirty="0" err="1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dmac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tmac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tip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request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Bf:ae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FF:FF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Bf:ae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243.248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00:00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243.202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reply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32:6d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Bf:ae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32:6d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243.202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Bf:ae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243.248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9" name="CustomShape 3"/>
          <p:cNvSpPr/>
          <p:nvPr/>
        </p:nvSpPr>
        <p:spPr>
          <a:xfrm>
            <a:off x="5359680" y="1463040"/>
            <a:ext cx="4515480" cy="2739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  <a:ea typeface="DejaVu Sans"/>
              </a:rPr>
              <a:t>ICMP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749040" y="3840480"/>
            <a:ext cx="6161760" cy="2739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  <a:ea typeface="DejaVu Sans"/>
              </a:rPr>
              <a:t>ARP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CustomShape 5"/>
          <p:cNvSpPr/>
          <p:nvPr/>
        </p:nvSpPr>
        <p:spPr>
          <a:xfrm>
            <a:off x="1273215" y="1224842"/>
            <a:ext cx="2636533" cy="1322636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gateway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dirty="0" err="1">
                <a:solidFill>
                  <a:srgbClr val="000000"/>
                </a:solidFill>
              </a:rPr>
              <a:t>ce:aa:1d:2e:32:6d</a:t>
            </a:r>
            <a:endParaRPr lang="en-US" dirty="0">
              <a:solidFill>
                <a:srgbClr val="000000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dirty="0">
                <a:solidFill>
                  <a:srgbClr val="000000"/>
                </a:solidFill>
              </a:rPr>
              <a:t>192.168.243.202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" name="CustomShape 6"/>
          <p:cNvSpPr/>
          <p:nvPr/>
        </p:nvSpPr>
        <p:spPr>
          <a:xfrm>
            <a:off x="0" y="2445208"/>
            <a:ext cx="2546430" cy="1142944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you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dirty="0" err="1">
                <a:solidFill>
                  <a:srgbClr val="000000"/>
                </a:solidFill>
              </a:rPr>
              <a:t>00:0f:00:40:36:bc</a:t>
            </a:r>
            <a:endParaRPr lang="en-US" dirty="0">
              <a:solidFill>
                <a:srgbClr val="000000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dirty="0">
                <a:solidFill>
                  <a:srgbClr val="000000"/>
                </a:solidFill>
              </a:rPr>
              <a:t>192.168.243.65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" name="CustomShape 7"/>
          <p:cNvSpPr/>
          <p:nvPr/>
        </p:nvSpPr>
        <p:spPr>
          <a:xfrm>
            <a:off x="2546430" y="2445208"/>
            <a:ext cx="2636533" cy="1142944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me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dirty="0" err="1">
                <a:solidFill>
                  <a:srgbClr val="000000"/>
                </a:solidFill>
              </a:rPr>
              <a:t>90:de:80:9d:bf:ae</a:t>
            </a:r>
            <a:endParaRPr lang="en-US" dirty="0">
              <a:solidFill>
                <a:srgbClr val="000000"/>
              </a:solidFill>
            </a:endParaRPr>
          </a:p>
          <a:p>
            <a:pPr algn="ctr">
              <a:lnSpc>
                <a:spcPct val="100000"/>
              </a:lnSpc>
            </a:pPr>
            <a:r>
              <a:rPr lang="en-US" dirty="0">
                <a:solidFill>
                  <a:srgbClr val="000000"/>
                </a:solidFill>
              </a:rPr>
              <a:t>192.168.243.248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1126</TotalTime>
  <Words>83</Words>
  <Application>Microsoft Office PowerPoint</Application>
  <PresentationFormat>사용자 지정</PresentationFormat>
  <Paragraphs>49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12</vt:i4>
      </vt:variant>
      <vt:variant>
        <vt:lpstr>슬라이드 제목</vt:lpstr>
      </vt:variant>
      <vt:variant>
        <vt:i4>1</vt:i4>
      </vt:variant>
    </vt:vector>
  </HeadingPairs>
  <TitlesOfParts>
    <vt:vector size="16" baseType="lpstr">
      <vt:lpstr>Arial</vt:lpstr>
      <vt:lpstr>Symbol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이상호</dc:creator>
  <dc:description/>
  <cp:lastModifiedBy>상호 이</cp:lastModifiedBy>
  <cp:revision>17</cp:revision>
  <dcterms:created xsi:type="dcterms:W3CDTF">2020-04-02T04:51:22Z</dcterms:created>
  <dcterms:modified xsi:type="dcterms:W3CDTF">2025-08-02T04:04:30Z</dcterms:modified>
  <dc:language>en-US</dc:language>
</cp:coreProperties>
</file>